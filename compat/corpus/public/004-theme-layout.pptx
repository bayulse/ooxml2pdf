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Relationships xmlns="http://schemas.openxmlformats.org/package/2006/relationships"><Relationship Id="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"/>
  </p:sldMasterIdLst>
  <p:sldIdLst>
    <p:sldId id="256" r:id="slide1"/>
    <p:sldId id="257" r:id="slide2"/>
  </p:sldIdLst>
  <p:sldSz cx="12192000" cy="6858000"/>
  <p:notesSz cx="6858000" cy="9144000"/>
</p:presentation>
</file>

<file path=ppt/_rels/presentation.xml.rels><Relationships xmlns="http://schemas.openxmlformats.org/package/2006/relationships"><Relationship Id="master" Type="http://schemas.openxmlformats.org/officeDocument/2006/relationships/slideMaster" Target="slideMasters/slideMaster1.xml"/><Relationship Id="theme" Type="http://schemas.openxmlformats.org/officeDocument/2006/relationships/theme" Target="theme/theme1.xml"/><Relationship Id="slide1" Type="http://schemas.openxmlformats.org/officeDocument/2006/relationships/slide" Target="slides/slide1.xml"/><Relationship Id="slide2" Type="http://schemas.openxmlformats.org/officeDocument/2006/relationships/slide" Target="slides/slide2.xml"/></Relationships>
</file>

<file path=ppt/slideLayouts/_rels/slideLayout1.xml.rels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 name="O2P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ase shape 80"/>
          <p:cNvSpPr/>
          <p:nvPr>
            <p:ph type="body" idx="1"/>
          </p:nvPr>
        </p:nvSpPr>
        <p:spPr>
          <a:xfrm rot="0">
            <a:off x="660400" y="5334000"/>
            <a:ext cx="10668000" cy="7620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Case shape 91"/>
          <p:cNvSpPr/>
          <p:nvPr/>
        </p:nvSpPr>
        <p:spPr>
          <a:xfrm rot="0">
            <a:off x="11811000" y="355600"/>
            <a:ext cx="101600" cy="5588000"/>
          </a:xfrm>
          <a:prstGeom prst="rect">
            <a:avLst/>
          </a:prstGeom>
          <a:solidFill>
            <a:srgbClr val="CCFBF1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ase shape 90"/>
          <p:cNvSpPr/>
          <p:nvPr/>
        </p:nvSpPr>
        <p:spPr>
          <a:xfrm rot="0">
            <a:off x="0" y="0"/>
            <a:ext cx="12192000" cy="10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0" name="Case shape 80"/>
          <p:cNvSpPr/>
          <p:nvPr>
            <p:ph type="body" idx="1"/>
          </p:nvPr>
        </p:nvSpPr>
        <p:spPr>
          <a:xfrm rot="0">
            <a:off x="660400" y="5334000"/>
            <a:ext cx="10668000" cy="762000"/>
          </a:xfrm>
          <a:prstGeom prst="rect">
            <a:avLst/>
          </a:prstGeom>
          <a:noFill/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layout"/>
  </p:sldLayoutIdLst>
</p:sldMaster>
</file>

<file path=ppt/slides/_rels/slide1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art.png"/></Relationships>
</file>

<file path=ppt/slides/_rels/slide2.xml.rels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art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hared design langu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shape 2"/>
          <p:cNvSpPr/>
          <p:nvPr/>
        </p:nvSpPr>
        <p:spPr>
          <a:xfrm rot="0">
            <a:off x="457200" y="355600"/>
            <a:ext cx="11277600" cy="711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76200" bIns="76200"/>
          <a:lstStyle/>
          <a:p>
            <a:pPr algn="l"/>
            <a:r>
              <a:rPr lang="en-US" sz="3000">
                <a:solidFill>
                  <a:srgbClr val="23354D"/>
                </a:solidFill>
                <a:latin typeface="O2P Test Sans"/>
              </a:rPr>
              <a:t>Shared design language</a:t>
            </a:r>
            <a:endParaRPr sz="3000"/>
          </a:p>
        </p:txBody>
      </p:sp>
      <p:sp>
        <p:nvSpPr>
          <p:cNvPr id="3" name="Case shape 3"/>
          <p:cNvSpPr/>
          <p:nvPr/>
        </p:nvSpPr>
        <p:spPr>
          <a:xfrm rot="0">
            <a:off x="457200" y="11176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76200" bIns="76200"/>
          <a:lstStyle/>
          <a:p>
            <a:pPr algn="l"/>
            <a:r>
              <a:rPr lang="en-US" sz="1600">
                <a:solidFill>
                  <a:srgbClr val="64748B"/>
                </a:solidFill>
                <a:latin typeface="O2P Test Sans"/>
              </a:rPr>
              <a:t>Theme paint and layout/master decoration</a:t>
            </a:r>
            <a:endParaRPr sz="1600"/>
          </a:p>
        </p:txBody>
      </p:sp>
      <p:sp>
        <p:nvSpPr>
          <p:cNvPr id="4" name="Case shape 4"/>
          <p:cNvSpPr/>
          <p:nvPr/>
        </p:nvSpPr>
        <p:spPr>
          <a:xfrm rot="0">
            <a:off x="457200" y="6223000"/>
            <a:ext cx="112776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5" name="Case shape 5"/>
          <p:cNvSpPr/>
          <p:nvPr/>
        </p:nvSpPr>
        <p:spPr>
          <a:xfrm rot="0">
            <a:off x="457200" y="6350000"/>
            <a:ext cx="11277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76200" bIns="76200"/>
          <a:lstStyle/>
          <a:p>
            <a:pPr algn="l"/>
            <a:r>
              <a:rPr lang="en-US" sz="1200">
                <a:solidFill>
                  <a:srgbClr val="23354D"/>
                </a:solidFill>
                <a:latin typeface="O2P Test Sans"/>
              </a:rPr>
              <a:t>ooxml2pdf / original compatibility corpus / 1</a:t>
            </a:r>
            <a:endParaRPr sz="1200"/>
          </a:p>
        </p:txBody>
      </p:sp>
      <p:sp>
        <p:nvSpPr>
          <p:cNvPr id="10" name="Case shape 10"/>
          <p:cNvSpPr/>
          <p:nvPr/>
        </p:nvSpPr>
        <p:spPr>
          <a:xfrm rot="0">
            <a:off x="660400" y="2159000"/>
            <a:ext cx="3302000" cy="2857500"/>
          </a:xfrm>
          <a:prstGeom prst="rect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6200" rIns="76200" tIns="76200" bIns="76200"/>
          <a:lstStyle/>
          <a:p>
            <a:pPr algn="l"/>
            <a:r>
              <a:rPr lang="en-US" sz="2000">
                <a:solidFill>
                  <a:srgbClr val="23354D"/>
                </a:solidFill>
                <a:latin typeface="O2P Test Sans"/>
              </a:rPr>
              <a:t>Theme card 1</a:t>
            </a:r>
            <a:endParaRPr sz="2000"/>
          </a:p>
          <a:p>
            <a:pPr algn="l"/>
            <a:r>
              <a:rPr lang="en-US" sz="2000">
                <a:solidFill>
                  <a:srgbClr val="23354D"/>
                </a:solidFill>
                <a:latin typeface="O2P Test Sans"/>
              </a:rPr>
              <a:t>Shared palette</a:t>
            </a:r>
            <a:endParaRPr sz="2000"/>
          </a:p>
        </p:txBody>
      </p:sp>
      <p:sp>
        <p:nvSpPr>
          <p:cNvPr id="11" name="Case shape 11"/>
          <p:cNvSpPr/>
          <p:nvPr/>
        </p:nvSpPr>
        <p:spPr>
          <a:xfrm rot="0">
            <a:off x="4343400" y="2159000"/>
            <a:ext cx="3302000" cy="2857500"/>
          </a:xfrm>
          <a:prstGeom prst="rect">
            <a:avLst/>
          </a:prstGeom>
        </p:spPr>
        <p:style>
          <a:lnRef idx="1">
            <a:schemeClr val="accent2"/>
          </a:lnRef>
          <a:fillRef idx="1">
            <a:schemeClr val="accent2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6200" rIns="76200" tIns="76200" bIns="76200"/>
          <a:lstStyle/>
          <a:p>
            <a:pPr algn="l"/>
            <a:r>
              <a:rPr lang="en-US" sz="2000">
                <a:solidFill>
                  <a:srgbClr val="23354D"/>
                </a:solidFill>
                <a:latin typeface="O2P Test Sans"/>
              </a:rPr>
              <a:t>Theme card 2</a:t>
            </a:r>
            <a:endParaRPr sz="2000"/>
          </a:p>
          <a:p>
            <a:pPr algn="l"/>
            <a:r>
              <a:rPr lang="en-US" sz="2000">
                <a:solidFill>
                  <a:srgbClr val="23354D"/>
                </a:solidFill>
                <a:latin typeface="O2P Test Sans"/>
              </a:rPr>
              <a:t>Shared palette</a:t>
            </a:r>
            <a:endParaRPr sz="2000"/>
          </a:p>
        </p:txBody>
      </p:sp>
      <p:sp>
        <p:nvSpPr>
          <p:cNvPr id="12" name="Case shape 12"/>
          <p:cNvSpPr/>
          <p:nvPr/>
        </p:nvSpPr>
        <p:spPr>
          <a:xfrm rot="0">
            <a:off x="8026400" y="2159000"/>
            <a:ext cx="3302000" cy="2857500"/>
          </a:xfrm>
          <a:prstGeom prst="rect">
            <a:avLst/>
          </a:prstGeom>
        </p:spPr>
        <p:style>
          <a:lnRef idx="1">
            <a:schemeClr val="accent3"/>
          </a:lnRef>
          <a:fillRef idx="1">
            <a:schemeClr val="accent3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6200" rIns="76200" tIns="76200" bIns="76200"/>
          <a:lstStyle/>
          <a:p>
            <a:pPr algn="l"/>
            <a:r>
              <a:rPr lang="en-US" sz="2000">
                <a:solidFill>
                  <a:srgbClr val="23354D"/>
                </a:solidFill>
                <a:latin typeface="O2P Test Sans"/>
              </a:rPr>
              <a:t>Theme card 3</a:t>
            </a:r>
            <a:endParaRPr sz="2000"/>
          </a:p>
          <a:p>
            <a:pPr algn="l"/>
            <a:r>
              <a:rPr lang="en-US" sz="2000">
                <a:solidFill>
                  <a:srgbClr val="23354D"/>
                </a:solidFill>
                <a:latin typeface="O2P Test Sans"/>
              </a:rPr>
              <a:t>Shared palette</a:t>
            </a:r>
            <a:endParaRPr sz="2000"/>
          </a:p>
        </p:txBody>
      </p:sp>
      <p:sp>
        <p:nvSpPr>
          <p:cNvPr id="81" name="Inherited body"/>
          <p:cNvSpPr/>
          <p:nvPr>
            <p:ph type="body" idx="1"/>
          </p:nvPr>
        </p:nvSpPr>
        <p:spPr/>
        <p:txBody>
          <a:bodyPr/>
          <a:lstStyle/>
          <a:p>
            <a:r>
              <a:rPr sz="1800">
                <a:latin typeface="O2P Test Sans"/>
              </a:rPr>
              <a:t>Geometry inherited from the layout placeholder.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hared design langu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shape 2"/>
          <p:cNvSpPr/>
          <p:nvPr/>
        </p:nvSpPr>
        <p:spPr>
          <a:xfrm rot="0">
            <a:off x="457200" y="355600"/>
            <a:ext cx="11277600" cy="711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76200" bIns="76200"/>
          <a:lstStyle/>
          <a:p>
            <a:pPr algn="l"/>
            <a:r>
              <a:rPr lang="en-US" sz="3000">
                <a:solidFill>
                  <a:srgbClr val="23354D"/>
                </a:solidFill>
                <a:latin typeface="O2P Test Sans"/>
              </a:rPr>
              <a:t>Shared design language</a:t>
            </a:r>
            <a:endParaRPr sz="3000"/>
          </a:p>
        </p:txBody>
      </p:sp>
      <p:sp>
        <p:nvSpPr>
          <p:cNvPr id="3" name="Case shape 3"/>
          <p:cNvSpPr/>
          <p:nvPr/>
        </p:nvSpPr>
        <p:spPr>
          <a:xfrm rot="0">
            <a:off x="457200" y="11176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76200" bIns="76200"/>
          <a:lstStyle/>
          <a:p>
            <a:pPr algn="l"/>
            <a:r>
              <a:rPr lang="en-US" sz="1600">
                <a:solidFill>
                  <a:srgbClr val="64748B"/>
                </a:solidFill>
                <a:latin typeface="O2P Test Sans"/>
              </a:rPr>
              <a:t>Theme paint and layout/master decoration</a:t>
            </a:r>
            <a:endParaRPr sz="1600"/>
          </a:p>
        </p:txBody>
      </p:sp>
      <p:sp>
        <p:nvSpPr>
          <p:cNvPr id="4" name="Case shape 4"/>
          <p:cNvSpPr/>
          <p:nvPr/>
        </p:nvSpPr>
        <p:spPr>
          <a:xfrm rot="0">
            <a:off x="457200" y="6223000"/>
            <a:ext cx="112776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5" name="Case shape 5"/>
          <p:cNvSpPr/>
          <p:nvPr/>
        </p:nvSpPr>
        <p:spPr>
          <a:xfrm rot="0">
            <a:off x="457200" y="6350000"/>
            <a:ext cx="11277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76200" bIns="76200"/>
          <a:lstStyle/>
          <a:p>
            <a:pPr algn="l"/>
            <a:r>
              <a:rPr lang="en-US" sz="1200">
                <a:solidFill>
                  <a:srgbClr val="23354D"/>
                </a:solidFill>
                <a:latin typeface="O2P Test Sans"/>
              </a:rPr>
              <a:t>ooxml2pdf / original compatibility corpus / 2</a:t>
            </a:r>
            <a:endParaRPr sz="1200"/>
          </a:p>
        </p:txBody>
      </p:sp>
      <p:sp>
        <p:nvSpPr>
          <p:cNvPr id="10" name="Case shape 10"/>
          <p:cNvSpPr/>
          <p:nvPr/>
        </p:nvSpPr>
        <p:spPr>
          <a:xfrm rot="0">
            <a:off x="660400" y="1968500"/>
            <a:ext cx="10668000" cy="311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6200" rIns="76200" tIns="76200" bIns="76200"/>
          <a:lstStyle/>
          <a:p>
            <a:pPr algn="l"/>
            <a:r>
              <a:rPr lang="en-US" sz="2600">
                <a:solidFill>
                  <a:srgbClr val="23354D"/>
                </a:solidFill>
                <a:latin typeface="O2P Test Sans"/>
              </a:rPr>
              <a:t>Shared design language: review</a:t>
            </a:r>
            <a:endParaRPr sz="2600"/>
          </a:p>
          <a:p>
            <a:pPr algn="l"/>
            <a:r>
              <a:rPr lang="en-US" sz="2600">
                <a:solidFill>
                  <a:srgbClr val="23354D"/>
                </a:solidFill>
                <a:latin typeface="O2P Test Sans"/>
              </a:rPr>
              <a:t>Inspect the composition, text, palette and placement.</a:t>
            </a:r>
            <a:endParaRPr sz="2600"/>
          </a:p>
          <a:p>
            <a:pPr algn="l"/>
            <a:r>
              <a:rPr lang="en-US" sz="2600">
                <a:solidFill>
                  <a:srgbClr val="23354D"/>
                </a:solidFill>
                <a:latin typeface="O2P Test Sans"/>
              </a:rPr>
              <a:t>Compare against a separately rendered reference.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2P Compatibility">
  <a:themeElements>
    <a:clrScheme name="O2P">
      <a:dk1>
        <a:srgbClr val="23354D"/>
      </a:dk1>
      <a:lt1>
        <a:srgbClr val="FFFFFF"/>
      </a:lt1>
      <a:dk2>
        <a:srgbClr val="102A43"/>
      </a:dk2>
      <a:lt2>
        <a:srgbClr val="F1F5F9"/>
      </a:lt2>
      <a:accent1>
        <a:srgbClr val="2563EB"/>
      </a:accent1>
      <a:accent2>
        <a:srgbClr val="0D9488"/>
      </a:accent2>
      <a:accent3>
        <a:srgbClr val="F59E0B"/>
      </a:accent3>
      <a:accent4>
        <a:srgbClr val="8B5CF6"/>
      </a:accent4>
      <a:accent5>
        <a:srgbClr val="EF4444"/>
      </a:accent5>
      <a:accent6>
        <a:srgbClr val="64748B"/>
      </a:accent6>
      <a:hlink>
        <a:srgbClr val="2563EB"/>
      </a:hlink>
      <a:folHlink>
        <a:srgbClr val="8B5CF6"/>
      </a:folHlink>
    </a:clrScheme>
    <a:fontScheme name="O2P">
      <a:majorFont>
        <a:latin typeface="O2P Test Sans"/>
        <a:ea typeface=""/>
        <a:cs typeface=""/>
      </a:majorFont>
      <a:minorFont>
        <a:latin typeface="O2P Test Sans"/>
        <a:ea typeface=""/>
        <a:cs typeface=""/>
      </a:minorFont>
    </a:fontScheme>
    <a:fmtScheme name="O2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