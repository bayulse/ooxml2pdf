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4572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r>
              <a:rPr sz="2000">
                <a:latin typeface="O2P Test Sans"/>
              </a:rPr>
              <a:t>Normal text leads into </a:t>
            </a:r>
            <a:r>
              <a:rPr sz="2400" b="1" i="1">
                <a:latin typeface="O2P Test Sans"/>
                <a:solidFill>
                  <a:srgbClr val="C81428"/>
                </a:solidFill>
              </a:rPr>
              <a:t>bold italic red words continue across several wrapped lines </a:t>
            </a:r>
            <a:r>
              <a:rPr sz="2000">
                <a:latin typeface="O2P Test Sans"/>
              </a:rPr>
              <a:t>and normal text resumes here.</a:t>
            </a:r>
          </a:p>
        </p:txBody>
      </p:sp>
    </p:spTree>
  </p:cSld>
</p:sld>
</file>