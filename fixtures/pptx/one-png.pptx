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Default Extension="jpeg" ContentType="image/jpeg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_rels/slide1.xml.rels><?xml version='1.0' encoding='UTF-8'?><Relationships xmlns='http://schemas.openxmlformats.org/package/2006/relationships'><Relationship Id='rImage' Type='http://schemas.openxmlformats.org/officeDocument/2006/relationships/image' Target='../media/synthetic.png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3" name="Synthetic image"/>
          <p:cNvPicPr>
            <a:picLocks noChangeAspect="1"/>
          </p:cNvPicPr>
          <p:nvPr/>
        </p:nvPicPr>
        <p:blipFill>
          <a:blip xmlns:r="http://schemas.openxmlformats.org/officeDocument/2006/relationships" r:embed="rImage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</p:sld>
</file>