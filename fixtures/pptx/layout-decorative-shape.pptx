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  <p:sp>
        <p:nvSpPr>
          <p:cNvPr id="5" name="Ellipse 5"/>
          <p:cNvSpPr/>
          <p:nvPr/>
        </p:nvSpPr>
        <p:spPr>
          <a:xfrm>
            <a:off x="7620000" y="508000"/>
            <a:ext cx="762000" cy="762000"/>
          </a:xfrm>
          <a:prstGeom prst="ellipse">
            <a:avLst/>
          </a:prstGeom>
          <a:solidFill>
            <a:srgbClr val="F0B020"/>
          </a:solidFill>
          <a:ln>
            <a:noFill/>
          </a:ln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Slide content</a:t>
            </a:r>
          </a:p>
        </p:txBody>
      </p:sp>
    </p:spTree>
  </p:cSld>
</p:sld>
</file>