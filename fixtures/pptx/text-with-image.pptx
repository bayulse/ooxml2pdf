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Default Extension="jpeg" ContentType="image/jpeg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_rels/slide1.xml.rels><?xml version='1.0' encoding='UTF-8'?><Relationships xmlns='http://schemas.openxmlformats.org/package/2006/relationships'><Relationship Id='rImage' Type='http://schemas.openxmlformats.org/officeDocument/2006/relationships/image' Target='../media/synthetic.png'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5486400" cy="3048000"/>
          </a:xfrm>
          <a:prstGeom prst="rect">
            <a:avLst/>
          </a:prstGeom>
          <a:solidFill>
            <a:srgbClr val="E1EEFA"/>
          </a:solidFill>
          <a:ln w="25400">
            <a:solidFill>
              <a:srgbClr val="2060D0"/>
            </a:solidFill>
          </a:ln>
        </p:spPr>
        <p:txBody>
          <a:bodyPr wrap="none">
            <a:noAutofit/>
          </a:bodyPr>
          <a:lstStyle/>
          <a:p>
            <a:r>
              <a:rPr sz="2400"/>
              <a:t>Hello Indonesia — Résumé</a:t>
            </a:r>
          </a:p>
        </p:txBody>
      </p:sp>
      <p:pic>
        <p:nvPicPr>
          <p:cNvPr id="3" name="Synthetic image"/>
          <p:cNvPicPr>
            <a:picLocks noChangeAspect="1"/>
          </p:cNvPicPr>
          <p:nvPr/>
        </p:nvPicPr>
        <p:blipFill>
          <a:blip xmlns:r="http://schemas.openxmlformats.org/officeDocument/2006/relationships" r:embed="rImage"/>
          <a:stretch>
            <a:fillRect/>
          </a:stretch>
        </p:blipFill>
        <p:spPr>
          <a:xfrm>
            <a:off x="1524000" y="2159000"/>
            <a:ext cx="914400" cy="9144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2743200" y="2159000"/>
            <a:ext cx="3175000" cy="914400"/>
          </a:xfrm>
          <a:prstGeom prst="rect">
            <a:avLst/>
          </a:prstGeom>
          <a:noFill/>
          <a:ln>
            <a:noFill/>
          </a:ln>
        </p:spPr>
        <p:txBody>
          <a:bodyPr wrap="none">
            <a:noAutofit/>
          </a:bodyPr>
          <a:lstStyle/>
          <a:p>
            <a:r>
              <a:rPr sz="2400"/>
              <a:t>Text and image</a:t>
            </a:r>
          </a:p>
        </p:txBody>
      </p:sp>
    </p:spTree>
  </p:cSld>
</p:sld>
</file>