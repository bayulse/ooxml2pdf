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9144000" cy="6858000" type="screen4x3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/>
      <p:sp>
        <p:nvSpPr>
          <p:cNvPr id="2" name="Rectangle 2"/>
          <p:cNvSpPr/>
          <p:nvPr/>
        </p:nvSpPr>
        <p:spPr>
          <a:xfrm>
            <a:off x="914400" y="914400"/>
            <a:ext cx="4572000" cy="182880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2900" indent="-228600">
              <a:buChar char="•"/>
              <a:defRPr sz="2000">
                <a:latin typeface="O2P Test Sans"/>
                <a:solidFill>
                  <a:srgbClr val="000000"/>
                </a:solidFill>
              </a:defRPr>
            </a:pPr>
            <a:r>
              <a:t>A long paragraph that wraps through several lines to verify that continuation lines align with the paragraph text rather than the bullet glyph. A second sentence continues the same paragraph.</a:t>
            </a:r>
          </a:p>
        </p:txBody>
      </p:sp>
    </p:spTree>
  </p:cSld>
</p:sld>
</file>