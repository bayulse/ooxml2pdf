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theme/synthetic.xml" ContentType="application/vnd.openxmlformats-officedocument.them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Relationship Id='rTheme' Type='http://schemas.openxmlformats.org/officeDocument/2006/relationships/theme' Target='theme/synthetic.xml'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508000" y="254000"/>
            <a:ext cx="8128000" cy="635000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r>
              <a:rPr sz="2200">
                <a:latin typeface="+mj-lt"/>
                <a:solidFill>
                  <a:schemeClr val="dk2"/>
                </a:solidFill>
              </a:rPr>
              <a:t>Theme colors and fonts — Résumé</a:t>
            </a:r>
          </a:p>
        </p:txBody>
      </p:sp>
      <p:sp>
        <p:nvSpPr>
          <p:cNvPr id="2" name="Rectangle 2"/>
          <p:cNvSpPr/>
          <p:nvPr/>
        </p:nvSpPr>
        <p:spPr>
          <a:xfrm>
            <a:off x="381000" y="762000"/>
            <a:ext cx="1143000" cy="11430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1778000" y="762000"/>
            <a:ext cx="1143000" cy="1143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175000" y="762000"/>
            <a:ext cx="1143000" cy="1143000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4572000" y="762000"/>
            <a:ext cx="1143000" cy="1143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969000" y="762000"/>
            <a:ext cx="11430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7366000" y="762000"/>
            <a:ext cx="1143000" cy="114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381000" y="2159000"/>
            <a:ext cx="1143000" cy="1143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778000" y="2159000"/>
            <a:ext cx="1143000" cy="1143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175000" y="2159000"/>
            <a:ext cx="1143000" cy="1143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4572000" y="2159000"/>
            <a:ext cx="1143000" cy="1143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969000" y="2159000"/>
            <a:ext cx="1143000" cy="1143000"/>
          </a:xfrm>
          <a:prstGeom prst="rect">
            <a:avLst/>
          </a:prstGeom>
          <a:solidFill>
            <a:schemeClr val="hlink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7366000" y="2159000"/>
            <a:ext cx="1143000" cy="11430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08000" y="4191000"/>
            <a:ext cx="8128000" cy="762000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r>
              <a:rPr sz="2200">
                <a:latin typeface="+mj-lt"/>
                <a:solidFill>
                  <a:schemeClr val="accent1"/>
                </a:solidFill>
              </a:rPr>
              <a:t>Major Latin: O2P Test Sans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08000" y="5080000"/>
            <a:ext cx="8128000" cy="762000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r>
              <a:rPr sz="2200">
                <a:latin typeface="+mn-lt"/>
                <a:solidFill>
                  <a:schemeClr val="accent2"/>
                </a:solidFill>
              </a:rPr>
              <a:t>Minor Latin: O2P Test Sans</a:t>
            </a:r>
          </a:p>
        </p:txBody>
      </p:sp>
      <p:cxnSp>
        <p:nvCxnSpPr>
          <p:cNvPr id="22" name="Line 22"/>
          <p:cNvCxnSpPr/>
          <p:nvPr/>
        </p:nvCxnSpPr>
        <p:spPr>
          <a:xfrm>
            <a:off x="508000" y="6096000"/>
            <a:ext cx="8128000" cy="0"/>
          </a:xfrm>
          <a:prstGeom prst="line">
            <a:avLst/>
          </a:prstGeom>
          <a:ln w="38100">
            <a:solidFill>
              <a:schemeClr val="accent2"/>
            </a:solidFill>
          </a:ln>
        </p:spPr>
      </p:cxnSp>
    </p:spTree>
  </p:cSld>
</p:sld>
</file>

<file path=ppt/theme/synthetic.xml><?xml version="1.0" encoding="utf-8"?>
<a:theme xmlns:a="http://schemas.openxmlformats.org/drawingml/2006/main" name="Synthetic">
  <a:themeElements>
    <a:clrScheme name="Synthetic">
      <a:dk1>
        <a:sysClr val="windowText" lastClr="101820"/>
      </a:dk1>
      <a:lt1>
        <a:sysClr val="window" lastClr="F7F9FC"/>
      </a:lt1>
      <a:dk2>
        <a:srgbClr val="24334A"/>
      </a:dk2>
      <a:lt2>
        <a:srgbClr val="E8EDF3"/>
      </a:lt2>
      <a:accent1>
        <a:srgbClr val="2060D0"/>
      </a:accent1>
      <a:accent2>
        <a:srgbClr val="209060"/>
      </a:accent2>
      <a:accent3>
        <a:srgbClr val="E88A20"/>
      </a:accent3>
      <a:accent4>
        <a:srgbClr val="C43D56"/>
      </a:accent4>
      <a:accent5>
        <a:srgbClr val="8060B0"/>
      </a:accent5>
      <a:accent6>
        <a:srgbClr val="209EAE"/>
      </a:accent6>
      <a:hlink>
        <a:srgbClr val="0000FF"/>
      </a:hlink>
      <a:folHlink>
        <a:srgbClr val="800080"/>
      </a:folHlink>
    </a:clrScheme>
    <a:fontScheme name="Synthetic">
      <a:majorFont>
        <a:latin typeface="O2P Test Sans"/>
        <a:ea typeface=""/>
        <a:cs typeface=""/>
        <a:font script="Jpan" typeface="O2P Test Japanese"/>
      </a:majorFont>
      <a:minorFont>
        <a:latin typeface="O2P Test Sans"/>
        <a:ea typeface=""/>
        <a:cs typeface=""/>
        <a:font script="Jpan" typeface="O2P Test Japanese"/>
      </a:minorFont>
    </a:fontScheme>
    <a:fmtScheme name="Unsupported">
      <a:fillStyleLst/>
      <a:lnStyleLst/>
      <a:effectStyleLst/>
      <a:bgFillStyleLst/>
    </a:fmtScheme>
  </a:themeElements>
</a:theme>
</file>