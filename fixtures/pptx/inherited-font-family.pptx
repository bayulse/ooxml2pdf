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>
              <a:defRPr>
                <a:latin typeface="+mn-lt"/>
              </a:defRPr>
            </a:pPr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Japanese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