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sz="2200">
                <a:latin typeface="+mn-lt"/>
                <a:solidFill>
                  <a:schemeClr val="dk2"/>
                </a:solidFill>
              </a:rPr>
              <a:t>Minor theme font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