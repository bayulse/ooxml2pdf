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228600">
              <a:buChar char="•"/>
              <a:defRPr sz="2000">
                <a:latin typeface="O2P Test Sans"/>
                <a:solidFill>
                  <a:srgbClr val="000000"/>
                </a:solidFill>
              </a:defRPr>
            </a:pPr>
            <a:r>
              <a:t>Bullet paragraph</a:t>
            </a:r>
          </a:p>
        </p:txBody>
      </p:sp>
    </p:spTree>
  </p:cSld>
</p:sld>
</file>