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rPr sz="1700" b="0" i="0">
                <a:latin typeface="Local Font"/>
                <a:solidFill>
                  <a:srgbClr val="AABBCC"/>
                </a:solidFill>
              </a:rP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