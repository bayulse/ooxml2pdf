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dat" ContentType="application/octet-stream"/>
  <Default Extension="png" ContentType="image/png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</Types>
</file>

<file path=_rels/.rels><?xml version='1.0' encoding='UTF-8'?><Relationships xmlns='http://schemas.openxmlformats.org/package/2006/relationships'><Relationship Id='rOffice' Type='http://schemas.openxmlformats.org/officeDocument/2006/relationships/officeDocument' Target='ppt/presentation.xml'/>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900" r:id="rId2"/>
    <p:sldId id="300" r:id="rId3"/>
    <p:sldId id="600" r:id="rId1"/>
  </p:sldIdLst>
  <p:sldSz cx="9144000" cy="6858000" type="screen4x3"/>
</p:presentation>
</file>

<file path=ppt/_rels/presentation.xml.rels><?xml version='1.0' encoding='UTF-8'?><Relationships xmlns='http://schemas.openxmlformats.org/package/2006/relationships'><Relationship Id='rId1' Type='http://schemas.openxmlformats.org/officeDocument/2006/relationships/slide' Target='slides/slide2.xml'/><Relationship Id='rId3' Type='http://schemas.openxmlformats.org/officeDocument/2006/relationships/slide' Target='slides/slide1.xml'/><Relationship Id='rId2' Type='http://schemas.openxmlformats.org/officeDocument/2006/relationships/slide' Target='slides/slide3.xml'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  <p:sp>
        <p:nvSpPr>
          <p:cNvPr id="2" name="Rectangle 2"/>
          <p:cNvSpPr/>
          <p:nvPr/>
        </p:nvSpPr>
        <p:spPr>
          <a:xfrm>
            <a:off x="1234567" y="765432"/>
            <a:ext cx="3456789" cy="2345678"/>
          </a:xfrm>
          <a:prstGeom prst="rect">
            <a:avLst/>
          </a:prstGeom>
          <a:solidFill>
            <a:srgbClr val="FF0000"/>
          </a:solidFill>
          <a:ln>
            <a:noFill/>
          </a:ln>
        </p:spPr>
      </p:sp>
    </p:spTree>
  </p:cSld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  <p:sp>
        <p:nvSpPr>
          <p:cNvPr id="2" name="Rectangle 2"/>
          <p:cNvSpPr/>
          <p:nvPr/>
        </p:nvSpPr>
        <p:spPr>
          <a:xfrm>
            <a:off x="1234567" y="765432"/>
            <a:ext cx="3456789" cy="2345678"/>
          </a:xfrm>
          <a:prstGeom prst="rect">
            <a:avLst/>
          </a:prstGeom>
          <a:solidFill>
            <a:srgbClr val="00FF00"/>
          </a:solidFill>
          <a:ln>
            <a:noFill/>
          </a:ln>
        </p:spPr>
      </p:sp>
    </p:spTree>
  </p:cSld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  <p:sp>
        <p:nvSpPr>
          <p:cNvPr id="2" name="Rectangle 2"/>
          <p:cNvSpPr/>
          <p:nvPr/>
        </p:nvSpPr>
        <p:spPr>
          <a:xfrm>
            <a:off x="1234567" y="765432"/>
            <a:ext cx="3456789" cy="2345678"/>
          </a:xfrm>
          <a:prstGeom prst="rect">
            <a:avLst/>
          </a:prstGeom>
          <a:solidFill>
            <a:srgbClr val="0000FF"/>
          </a:solidFill>
          <a:ln>
            <a:noFill/>
          </a:ln>
        </p:spPr>
      </p:sp>
    </p:spTree>
  </p:cSld>
</p:sld>
</file>