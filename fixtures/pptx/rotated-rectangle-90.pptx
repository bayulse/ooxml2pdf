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 rot="5400000">
            <a:off x="2540000" y="1905000"/>
            <a:ext cx="2032000" cy="1016000"/>
          </a:xfrm>
          <a:prstGeom prst="rect">
            <a:avLst/>
          </a:prstGeom>
          <a:solidFill>
            <a:srgbClr val="F0B020"/>
          </a:solidFill>
          <a:ln w="25400">
            <a:solidFill>
              <a:srgbClr val="804020"/>
            </a:solidFill>
          </a:ln>
        </p:spPr>
      </p:sp>
    </p:spTree>
  </p:cSld>
</p:sld>
</file>