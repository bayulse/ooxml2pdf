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dat" ContentType="application/octet-stream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'1.0' encoding='UTF-8'?><Relationships xmlns='http://schemas.openxmlformats.org/package/2006/relationships'><Relationship Id='rOffice' Type='http://schemas.openxmlformats.org/officeDocument/2006/relationships/officeDocument' Target='ppt/presentation.xml'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  <p:sldSz cx="0" cy="6858000"/>
</p:presentation>
</file>

<file path=ppt/_rels/presentation.xml.rels><?xml version='1.0' encoding='UTF-8'?><Relationships xmlns='http://schemas.openxmlformats.org/package/2006/relationships'><Relationship Id='rId1' Type='http://schemas.openxmlformats.org/officeDocument/2006/relationships/slide' Target='slides/slide1.xml'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