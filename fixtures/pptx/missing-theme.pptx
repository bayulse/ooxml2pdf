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Default Extension="dat" ContentType="application/octet-stream"/>
  <Default Extension="png" ContentType="image/png"/>
  <Override PartName="/ppt/presentation.xml" ContentType="application/vnd.openxmlformats-officedocument.presentationml.presentation.main+xml"/>
  <Override PartName="/ppt/slides/slide1.xml" ContentType="application/vnd.openxmlformats-officedocument.presentationml.slide+xml"/>
</Types>
</file>

<file path=_rels/.rels><?xml version='1.0' encoding='UTF-8'?><Relationships xmlns='http://schemas.openxmlformats.org/package/2006/relationships'><Relationship Id='rOffice' Type='http://schemas.openxmlformats.org/officeDocument/2006/relationships/officeDocument' Target='ppt/presentation.xml'/></Relationships>
</file>

<file path=ppt/presentation.xml><?xml version="1.0" encoding="utf-8"?>
<p:presentation xmlns:p="http://schemas.openxmlformats.org/presentationml/2006/main" xmlns:r="http://schemas.openxmlformats.org/officeDocument/2006/relationships">
  <p:sldIdLst>
    <p:sldId id="256" r:id="rId1"/>
  </p:sldIdLst>
  <p:sldSz cx="9144000" cy="6858000" type="screen4x3"/>
</p:presentation>
</file>

<file path=ppt/_rels/presentation.xml.rels><?xml version='1.0' encoding='UTF-8'?><Relationships xmlns='http://schemas.openxmlformats.org/package/2006/relationships'><Relationship Id='rId1' Type='http://schemas.openxmlformats.org/officeDocument/2006/relationships/slide' Target='slides/slide1.xml'/></Relationships>
</file>

<file path=ppt/slides/slide1.xml><?xml version="1.0" encoding="utf-8"?>
<p:sld xmlns:p="http://schemas.openxmlformats.org/presentationml/2006/main" xmlns:a="http://schemas.openxmlformats.org/drawingml/2006/main">
  <p:cSld>
    <p:spTree>
      <p:nvGrpSpPr>
        <p:cNvPr id="1" name=""/>
        <p:cNvGrpSpPr/>
        <p:nvPr/>
      </p:nvGrpSpPr>
      <p:grpSpPr/>
      <p:sp>
        <p:nvSpPr>
          <p:cNvPr id="2" name="Rectangle 2"/>
          <p:cNvSpPr/>
          <p:nvPr/>
        </p:nvSpPr>
        <p:spPr>
          <a:xfrm>
            <a:off x="1234567" y="765432"/>
            <a:ext cx="3456789" cy="234567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</p:sp>
      <p:sp>
        <p:nvSpPr>
          <p:cNvPr id="3" name="Rectangle 3"/>
          <p:cNvSpPr/>
          <p:nvPr/>
        </p:nvSpPr>
        <p:spPr>
          <a:xfrm>
            <a:off x="914400" y="914400"/>
            <a:ext cx="4572000" cy="1828800"/>
          </a:xfrm>
          <a:prstGeom prst="rect">
            <a:avLst/>
          </a:prstGeom>
          <a:noFill/>
          <a:ln>
            <a:noFill/>
          </a:ln>
        </p:spPr>
        <p:txBody>
          <a:bodyPr wrap="square">
            <a:noAutofit/>
          </a:bodyPr>
          <a:lstStyle/>
          <a:p>
            <a:r>
              <a:rPr sz="2200">
                <a:latin typeface="+mj-lt"/>
                <a:solidFill>
                  <a:schemeClr val="dk1"/>
                </a:solidFill>
              </a:rPr>
              <a:t>Missing theme fallback</a:t>
            </a:r>
          </a:p>
        </p:txBody>
      </p:sp>
    </p:spTree>
  </p:cSld>
</p:sld>
</file>