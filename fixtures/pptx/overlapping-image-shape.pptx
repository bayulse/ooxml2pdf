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Default Extension="jpeg" ContentType="image/jpeg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_rels/slide1.xml.rels><?xml version='1.0' encoding='UTF-8'?><Relationships xmlns='http://schemas.openxmlformats.org/package/2006/relationships'><Relationship Id='rImage' Type='http://schemas.openxmlformats.org/officeDocument/2006/relationships/image' Target='../media/synthetic.png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3" name="Synthetic image"/>
          <p:cNvPicPr>
            <a:picLocks noChangeAspect="1"/>
          </p:cNvPicPr>
          <p:nvPr/>
        </p:nvPicPr>
        <p:blipFill>
          <a:blip xmlns:r="http://schemas.openxmlformats.org/officeDocument/2006/relationships" r:embed="rImage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2" name="Rectangle 2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solidFill>
            <a:srgbClr val="3060D0"/>
          </a:solidFill>
          <a:ln>
            <a:noFill/>
          </a:ln>
        </p:spPr>
      </p:sp>
    </p:spTree>
  </p:cSld>
</p:sld>
</file>