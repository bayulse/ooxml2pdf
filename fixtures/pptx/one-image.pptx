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image1.png'/><Relationship Id='rLink' Type='http://schemas.openxmlformats.org/officeDocument/2006/relationships/hyperlink' Target='https://example.invalid/never-fetch' TargetMode='Externa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ynthetic pixel"/>
          <p:cNvPicPr/>
          <p:nvPr/>
        </p:nvPicPr>
        <p:blipFill>
          <a:blip r:embed="rImage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