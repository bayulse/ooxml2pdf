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04050"/>
        </a:solidFill>
      </p:bgPr>
    </p:bg>
    <p:spTree>
      <p:nvGrpSpPr>
        <p:cNvPr id="1" name=""/>
        <p:cNvGrpSpPr/>
        <p:nvPr/>
      </p:nvGrpSpPr>
      <p:grpSpPr/>
    </p:spTree>
  </p:cSld>
</p:sld>
</file>