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1234567" y="765432"/>
            <a:ext cx="3456789" cy="2345678"/>
          </a:xfrm>
          <a:prstGeom prst="rect">
            <a:avLst/>
          </a:prstGeom>
          <a:solidFill>
            <a:srgbClr val="2060D0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2540000" y="1270000"/>
            <a:ext cx="2540000" cy="1270000"/>
          </a:xfrm>
          <a:prstGeom prst="rect">
            <a:avLst/>
          </a:prstGeom>
          <a:solidFill>
            <a:srgbClr val="F0B020"/>
          </a:solidFill>
          <a:ln w="31750">
            <a:solidFill>
              <a:srgbClr val="D02030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-127000" y="254000"/>
            <a:ext cx="1270000" cy="635000"/>
          </a:xfrm>
          <a:prstGeom prst="rect">
            <a:avLst/>
          </a:prstGeom>
          <a:noFill/>
          <a:ln w="31750">
            <a:solidFill>
              <a:srgbClr val="D02030"/>
            </a:solidFill>
          </a:ln>
        </p:spPr>
      </p:sp>
    </p:spTree>
  </p:cSld>
</p:sld>
</file>