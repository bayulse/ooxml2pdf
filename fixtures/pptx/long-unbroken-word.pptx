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914400" y="914400"/>
            <a:ext cx="2794000" cy="3810000"/>
          </a:xfrm>
          <a:prstGeom prst="rect">
            <a:avLst/>
          </a:prstGeom>
          <a:solidFill>
            <a:srgbClr val="F1F5FA"/>
          </a:solidFill>
          <a:ln w="12700">
            <a:solidFill>
              <a:srgbClr val="506080"/>
            </a:solidFill>
          </a:ln>
        </p:spPr>
        <p:txBody>
          <a:bodyPr wrap="square">
            <a:noAutofit/>
          </a:bodyPr>
          <a:lstStyle/>
          <a:p>
            <a:pPr algn="l"/>
            <a:r>
              <a:rPr sz="2000">
                <a:latin typeface="O2P Test Sans"/>
              </a:rPr>
              <a:t>SupercalifragilisticexpialidociousffiSupercalifragilisticexpialidocious</a:t>
            </a:r>
          </a:p>
        </p:txBody>
      </p:sp>
    </p:spTree>
  </p:cSld>
</p:sld>
</file>