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</p:spPr>
        <p:style>
          <a:fillRef idx="invalid">
            <a:schemeClr val="accent1"/>
          </a:fill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