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pPr>
              <a:defRPr sz="2600"/>
            </a:pPr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bodyStyle>
      <a:lvl1pPr algn="ctr">
        <a:defRPr sz="3200" b="1" i="1">
          <a:latin typeface="+mj-lt"/>
          <a:solidFill>
            <a:schemeClr val="tx1"/>
          </a:solidFill>
        </a:defRPr>
      </a:lvl1pPr>
    </p:body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