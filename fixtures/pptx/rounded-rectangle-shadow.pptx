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  <a:effectLst>
            <a:outerShdw blurRad="40000" dist="25400" dir="5400000" rotWithShape="0">
              <a:srgbClr val="102030">
                <a:alpha val="35000"/>
              </a:srgbClr>
            </a:outerShdw>
          </a:effectLst>
        </p:spPr>
      </p:sp>
    </p:spTree>
  </p:cSld>
</p:sld>
</file>