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Ellipse 2"/>
          <p:cNvSpPr/>
          <p:nvPr/>
        </p:nvSpPr>
        <p:spPr>
          <a:xfrm>
            <a:off x="1234567" y="765432"/>
            <a:ext cx="3456789" cy="2345678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</p:sp>
      <p:cxnSp>
        <p:nvCxnSpPr>
          <p:cNvPr id="3" name="Line 3"/>
          <p:cNvCxnSpPr/>
          <p:nvPr/>
        </p:nvCxnSpPr>
        <p:spPr>
          <a:xfrm>
            <a:off x="914400" y="914400"/>
            <a:ext cx="4572000" cy="1828800"/>
          </a:xfrm>
          <a:prstGeom prst="line">
            <a:avLst/>
          </a:prstGeom>
          <a:ln w="38100">
            <a:solidFill>
              <a:schemeClr val="accent2"/>
            </a:solidFill>
          </a:ln>
        </p:spPr>
      </p:cxn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