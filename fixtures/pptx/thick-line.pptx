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cxnSp>
        <p:nvCxnSpPr>
          <p:cNvPr id="2" name="Line 2"/>
          <p:cNvCxnSpPr/>
          <p:nvPr/>
        </p:nvCxnSpPr>
        <p:spPr>
          <a:xfrm>
            <a:off x="914400" y="914400"/>
            <a:ext cx="3657600" cy="0"/>
          </a:xfrm>
          <a:prstGeom prst="line">
            <a:avLst/>
          </a:prstGeom>
          <a:ln w="101600">
            <a:solidFill>
              <a:srgbClr val="3060D0"/>
            </a:solidFill>
          </a:ln>
        </p:spPr>
      </p:cxnSp>
    </p:spTree>
  </p:cSld>
</p:sld>
</file>