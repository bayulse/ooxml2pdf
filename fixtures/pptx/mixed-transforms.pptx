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2700000">
            <a:off x="762000" y="762000"/>
            <a:ext cx="1524000" cy="762000"/>
          </a:xfrm>
          <a:prstGeom prst="rect">
            <a:avLst/>
          </a:prstGeom>
          <a:solidFill>
            <a:srgbClr val="F0B020"/>
          </a:solidFill>
          <a:ln w="25400">
            <a:solidFill>
              <a:srgbClr val="804020"/>
            </a:solidFill>
          </a:ln>
        </p:spPr>
      </p:sp>
      <p:sp>
        <p:nvSpPr>
          <p:cNvPr id="3" name="Rectangle 3"/>
          <p:cNvSpPr/>
          <p:nvPr/>
        </p:nvSpPr>
        <p:spPr>
          <a:xfrm rot="5400000">
            <a:off x="3302000" y="762000"/>
            <a:ext cx="1778000" cy="762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Rectangle 90</a:t>
            </a:r>
          </a:p>
        </p:txBody>
      </p:sp>
      <p:sp>
        <p:nvSpPr>
          <p:cNvPr id="4" name="Ellipse 4"/>
          <p:cNvSpPr/>
          <p:nvPr/>
        </p:nvSpPr>
        <p:spPr>
          <a:xfrm rot="2700000">
            <a:off x="5842000" y="762000"/>
            <a:ext cx="2032000" cy="762000"/>
          </a:xfrm>
          <a:prstGeom prst="ellipse">
            <a:avLst/>
          </a:prstGeom>
          <a:solidFill>
            <a:srgbClr val="40B080"/>
          </a:solidFill>
          <a:ln w="25400">
            <a:solidFill>
              <a:srgbClr val="205040"/>
            </a:solidFill>
          </a:ln>
        </p:spPr>
      </p:sp>
      <p:pic>
        <p:nvPicPr>
          <p:cNvPr id="5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 rot="5400000">
            <a:off x="762000" y="2540000"/>
            <a:ext cx="1524000" cy="10160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 rot="-900000">
            <a:off x="3048000" y="2540000"/>
            <a:ext cx="2286000" cy="1016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Rotated real text</a:t>
            </a:r>
          </a:p>
        </p:txBody>
      </p:sp>
      <p:sp>
        <p:nvSpPr>
          <p:cNvPr id="7" name="Rectangle 7"/>
          <p:cNvSpPr/>
          <p:nvPr/>
        </p:nvSpPr>
        <p:spPr>
          <a:xfrm flipH="1">
            <a:off x="5842000" y="2540000"/>
            <a:ext cx="2032000" cy="1016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ABC horizontal</a:t>
            </a:r>
          </a:p>
        </p:txBody>
      </p:sp>
      <p:sp>
        <p:nvSpPr>
          <p:cNvPr id="8" name="Rectangle 8"/>
          <p:cNvSpPr/>
          <p:nvPr/>
        </p:nvSpPr>
        <p:spPr>
          <a:xfrm flipV="1">
            <a:off x="762000" y="4699000"/>
            <a:ext cx="2032000" cy="1016000"/>
          </a:xfrm>
          <a:prstGeom prst="rect">
            <a:avLst/>
          </a:prstGeom>
          <a:solidFill>
            <a:srgbClr val="DDEEFF"/>
          </a:solidFill>
          <a:ln w="25400">
            <a:solidFill>
              <a:srgbClr val="205080"/>
            </a:solidFill>
          </a:ln>
        </p:spPr>
        <p:txBody>
          <a:bodyPr wrap="square">
            <a:noAutofit/>
          </a:bodyPr>
          <a:lstStyle/>
          <a:p>
            <a:r>
              <a:rPr sz="1800">
                <a:latin typeface="O2P Test Sans"/>
              </a:rPr>
              <a:t>ABC vertical</a:t>
            </a:r>
          </a:p>
        </p:txBody>
      </p:sp>
      <p:pic>
        <p:nvPicPr>
          <p:cNvPr id="9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 flipH="1" rot="2700000">
            <a:off x="3556000" y="4699000"/>
            <a:ext cx="1524000" cy="1016000"/>
          </a:xfrm>
          <a:prstGeom prst="rect">
            <a:avLst/>
          </a:prstGeom>
        </p:spPr>
      </p:pic>
      <p:cxnSp>
        <p:nvCxnSpPr>
          <p:cNvPr id="10" name="Line 10"/>
          <p:cNvCxnSpPr/>
          <p:nvPr/>
        </p:nvCxnSpPr>
        <p:spPr>
          <a:xfrm rot="2700000" flipV="1">
            <a:off x="5842000" y="4826000"/>
            <a:ext cx="1778000" cy="762000"/>
          </a:xfrm>
          <a:prstGeom prst="line">
            <a:avLst/>
          </a:prstGeom>
          <a:ln w="38100">
            <a:solidFill>
              <a:srgbClr val="C02040"/>
            </a:solidFill>
          </a:ln>
        </p:spPr>
      </p:cxnSp>
    </p:spTree>
  </p:cSld>
</p:sld>
</file>