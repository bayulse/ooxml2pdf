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j-lt"/>
                <a:solidFill>
                  <a:schemeClr val="dk1"/>
                </a:solidFill>
              </a:rPr>
              <a:t>Major theme font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