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oundRect">
            <a:avLst/>
          </a:prstGeom>
          <a:solidFill>
            <a:srgbClr val="2060D0"/>
          </a:solidFill>
          <a:ln w="25400">
            <a:solidFill>
              <a:srgbClr val="C43D56"/>
            </a:solidFill>
          </a:ln>
        </p:spPr>
        <p:style>
          <a:effectRef idx="1">
            <a:schemeClr val="accent2"/>
          </a:effect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>
        <a:effectStyle>
          <a:effectLst>
            <a:outerShdw blurRad="40000" dist="25400" dir="5400000" rotWithShape="0">
              <a:schemeClr val="phClr">
                <a:alpha val="35000"/>
              </a:schemeClr>
            </a:outerShdw>
          </a:effectLst>
        </a:effectStyle>
      </a:effectStyleLst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