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  <a:effectLst>
            <a:outerShdw blurRad="40000" dist="25400" dir="5400000" rotWithShape="0">
              <a:srgbClr val="FF0000">
                <a:alpha val="35000"/>
              </a:srgbClr>
            </a:outerShdw>
          </a:effectLst>
        </p:spPr>
        <p:style>
          <a:effectRef idx="1">
            <a:schemeClr val="accent2"/>
          </a:effect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>
        <a:effectStyle>
          <a:effectLst>
            <a:outerShdw blurRad="40000" dist="254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