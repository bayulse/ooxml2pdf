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  <p:sp>
        <p:nvSpPr>
          <p:cNvPr id="5" name="Rectangle 5"/>
          <p:cNvSpPr/>
          <p:nvPr/>
        </p:nvSpPr>
        <p:spPr>
          <a:xfrm>
            <a:off x="0" y="0"/>
            <a:ext cx="9144000" cy="254000"/>
          </a:xfrm>
          <a:prstGeom prst="rect">
            <a:avLst/>
          </a:prstGeom>
          <a:solidFill>
            <a:srgbClr val="2060D0"/>
          </a:solidFill>
          <a:ln>
            <a:noFill/>
          </a:ln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