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algn="ctr">
        <a:defRPr sz="3200" b="1" i="1">
          <a:latin typeface="+mj-lt"/>
          <a:solidFill>
            <a:schemeClr val="tx1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