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Ellipse 2"/>
          <p:cNvSpPr/>
          <p:nvPr/>
        </p:nvSpPr>
        <p:spPr>
          <a:xfrm>
            <a:off x="914400" y="914400"/>
            <a:ext cx="2743200" cy="1828800"/>
          </a:xfrm>
          <a:prstGeom prst="ellipse">
            <a:avLst/>
          </a:prstGeom>
          <a:solidFill>
            <a:srgbClr val="209060"/>
          </a:solidFill>
          <a:ln>
            <a:noFill/>
          </a:ln>
        </p:spPr>
      </p:sp>
    </p:spTree>
  </p:cSld>
</p:sld>
</file>