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pPr algn="r">
              <a:defRPr sz="2400" b="0"/>
            </a:pPr>
            <a:r>
              <a:t>Layout prompt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Master prompt</a:t>
            </a:r>
          </a:p>
        </p:txBody>
      </p:sp>
    </p:spTree>
  </p:cSld>
  <p:clrMap bg1="lt1" tx1="accent2" bg2="lt2" tx2="dk2" accent1="accent1" accent2="accent2" accent3="accent3" accent4="accent4" accent5="accent5" accent6="accent6" hlink="hlink" folHlink="folHlink"/>
  <p:txStyles>
    <p:bodyStyle>
      <a:lvl1pPr algn="ctr">
        <a:defRPr sz="3200" b="1" i="1">
          <a:latin typeface="+mj-lt"/>
          <a:solidFill>
            <a:schemeClr val="tx1"/>
          </a:solidFill>
        </a:defRPr>
      </a:lvl1pPr>
    </p:bodyStyle>
  </p:txStyles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Inherited 日本語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