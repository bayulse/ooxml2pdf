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900" r:id="rId2"/>
    <p:sldId id="300" r:id="rId3"/>
    <p:sldId id="600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2.xml'/><Relationship Id='rId3' Type='http://schemas.openxmlformats.org/officeDocument/2006/relationships/slide' Target='slides/slide1.xml'/><Relationship Id='rId2' Type='http://schemas.openxmlformats.org/officeDocument/2006/relationships/slide' Target='slides/slide3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