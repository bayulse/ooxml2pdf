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/>
          </p:nvPr>
        </p:nvSpPr>
        <p:spPr>
          <a:xfrm>
            <a:off x="914400" y="1270000"/>
            <a:ext cx="5080000" cy="1270000"/>
          </a:xfrm>
        </p:spPr>
        <p:txBody>
          <a:bodyPr anchor="ctr"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titleStyle>
      <a:lvl1pPr algn="ctr">
        <a:defRPr sz="2000">
          <a:latin typeface="O2P Test Sans"/>
          <a:solidFill>
            <a:srgbClr val="000000"/>
          </a:solidFill>
        </a:defRPr>
      </a:lvl1pPr>
    </p:title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title" idx="1"/>
          </p:nvPr>
        </p:nvSpPr>
        <p:spPr/>
        <p:txBody>
          <a:bodyPr/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