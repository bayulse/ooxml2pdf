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O2P Test Sans"/>
                <a:solidFill>
                  <a:schemeClr val="accent4"/>
                </a:solidFill>
              </a:rPr>
              <a:t>Theme text color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