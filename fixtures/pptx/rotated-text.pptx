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rot="2700000">
            <a:off x="2540000" y="1905000"/>
            <a:ext cx="2032000" cy="16256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Résumé 日本語 ffi wraps with real selectable text.</a:t>
            </a:r>
          </a:p>
        </p:txBody>
      </p:sp>
    </p:spTree>
  </p:cSld>
</p:sld>
</file>