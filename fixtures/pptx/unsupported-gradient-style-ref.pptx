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</p:spPr>
        <p:style>
          <a:fillRef idx="1">
            <a:schemeClr val="accent1"/>
          </a:fillRef>
        </p:style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gradFill>
          <a:gsLst>
            <a:gs pos="0">
              <a:schemeClr val="phClr"/>
            </a:gs>
            <a:gs pos="100000">
              <a:schemeClr val="accent2"/>
            </a:gs>
          </a:gsLst>
          <a:lin ang="0" scaled="1"/>
        </a:gradFill>
        <a:solidFill>
          <a:schemeClr val="accent2">
            <a:shade val="50000"/>
          </a:schemeClr>
        </a:solidFill>
        <a:noFill/>
      </a:fillStyleLst>
      <a:lnStyleLst>
        <a:ln w="25400">
          <a:gradFill>
            <a:gsLst>
              <a:gs pos="0">
                <a:schemeClr val="phClr"/>
              </a:gs>
              <a:gs pos="100000">
                <a:schemeClr val="accent2"/>
              </a:gs>
            </a:gsLst>
            <a:lin ang="0" scaled="1"/>
          </a:gra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/>
      <a:bgFillStyleLst>
        <a:solidFill>
          <a:schemeClr val="lt2">
            <a:tint val="50000"/>
          </a:schemeClr>
        </a:solidFill>
        <a:gradFill>
          <a:gsLst>
            <a:gs pos="0">
              <a:schemeClr val="phClr"/>
            </a:gs>
            <a:gs pos="100000">
              <a:schemeClr val="accent2"/>
            </a:gs>
          </a:gsLst>
          <a:lin ang="0" scaled="1"/>
        </a:gradFill>
        <a:noFill/>
      </a:bgFillStyleLst>
    </a:fmtScheme>
  </a:themeElements>
</a:theme>
</file>