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381000" y="762000"/>
            <a:ext cx="1143000" cy="1143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778000" y="762000"/>
            <a:ext cx="11430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175000" y="762000"/>
            <a:ext cx="1143000" cy="1143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4572000" y="762000"/>
            <a:ext cx="1143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969000" y="762000"/>
            <a:ext cx="11430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366000" y="762000"/>
            <a:ext cx="1143000" cy="114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2159000"/>
            <a:ext cx="1143000" cy="1143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778000" y="2159000"/>
            <a:ext cx="1143000" cy="114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175000" y="2159000"/>
            <a:ext cx="1143000" cy="114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572000" y="2159000"/>
            <a:ext cx="1143000" cy="114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969000" y="2159000"/>
            <a:ext cx="1143000" cy="1143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366000" y="2159000"/>
            <a:ext cx="1143000" cy="11430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