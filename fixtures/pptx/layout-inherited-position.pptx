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layout.xml" ContentType="application/vnd.openxmlformats-officedocument.presentationml.slideLayout+xml"/>
  <Override PartName="/ppt/slideMasters/master.xml" ContentType="application/vnd.openxmlformats-officedocument.presentationml.slideMaster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Layouts/_rels/layout.xml.rels><?xml version='1.0' encoding='UTF-8'?><Relationships xmlns='http://schemas.openxmlformats.org/package/2006/relationships'><Relationship Id='rMaster' Type='http://schemas.openxmlformats.org/officeDocument/2006/relationships/slideMaster' Target='../slideMasters/master.xml'/></Relationships>
</file>

<file path=ppt/slideLayouts/layout.xml><?xml version="1.0" encoding="utf-8"?>
<p:sldLayout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>
          <a:xfrm>
            <a:off x="914400" y="1270000"/>
            <a:ext cx="5080000" cy="1270000"/>
          </a:xfrm>
        </p:spPr>
      </p:sp>
    </p:spTree>
  </p:cSld>
</p:sldLayout>
</file>

<file path=ppt/slideMasters/master.xml><?xml version="1.0" encoding="utf-8"?>
<p:sldMaster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/>
          </p:nvPr>
        </p:nvSpPr>
        <p:spPr>
          <a:xfrm>
            <a:off x="914400" y="1270000"/>
            <a:ext cx="5080000" cy="1270000"/>
          </a:xfrm>
        </p:spPr>
      </p:sp>
    </p:spTree>
  </p:cSld>
</p:sldMaster>
</file>

<file path=ppt/slides/_rels/slide1.xml.rels><?xml version='1.0' encoding='UTF-8'?><Relationships xmlns='http://schemas.openxmlformats.org/package/2006/relationships'><Relationship Id='rLayout' Type='http://schemas.openxmlformats.org/officeDocument/2006/relationships/slideLayout' Target='../slideLayouts/layout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Placeholder"/>
          <p:cNvSpPr/>
          <p:nvPr>
            <p:ph type="body" idx="1"/>
          </p:nvPr>
        </p:nvSpPr>
        <p:spPr>
          <a:xfrm>
            <a:ext cx="3810000" cy="1016000"/>
          </a:xfrm>
        </p:spPr>
        <p:txBody>
          <a:bodyPr/>
          <a:lstStyle/>
          <a:p>
            <a:r>
              <a:t>Slide content</a:t>
            </a:r>
          </a:p>
        </p:txBody>
      </p:sp>
    </p:spTree>
  </p:cSld>
</p:sld>
</file>