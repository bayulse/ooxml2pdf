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marL="342900" indent="-228600" algn="l">
        <a:buChar char="•"/>
        <a:buFont typeface="O2P Test Sans"/>
        <a:spcBef>
          <a:spcPts val="500"/>
        </a:spcBef>
        <a:defRPr sz="2000">
          <a:latin typeface="O2P Test Sans"/>
          <a:solidFill>
            <a:srgbClr val="000000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