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>
              <a:lumMod val="60000"/>
              <a:lumOff val="40000"/>
              <a:tint val="80000"/>
              <a:shade val="90000"/>
            </a:schemeClr>
          </a:solidFill>
          <a:ln>
            <a:noFill/>
          </a:ln>
        </p:spPr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