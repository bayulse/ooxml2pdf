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oundRect">
            <a:avLst>
              <a:gd name="adj" fmla="val 12000"/>
            </a:avLst>
          </a:prstGeom>
          <a:solidFill>
            <a:srgbClr val="2060D0"/>
          </a:solidFill>
          <a:ln w="25400">
            <a:solidFill>
              <a:srgbClr val="C43D56"/>
            </a:solidFill>
          </a:ln>
        </p:spPr>
      </p:sp>
    </p:spTree>
  </p:cSld>
</p:sld>
</file>