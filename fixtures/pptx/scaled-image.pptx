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914400" y="914400"/>
            <a:ext cx="3657600" cy="914400"/>
          </a:xfrm>
          <a:prstGeom prst="rect">
            <a:avLst/>
          </a:prstGeom>
        </p:spPr>
      </p:pic>
    </p:spTree>
  </p:cSld>
</p:sld>
</file>