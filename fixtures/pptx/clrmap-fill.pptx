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accent2" bg2="lt2" tx2="dk2" accent1="accent3" accent2="accent2" accent3="accent3" accent4="accent4" accent5="accent5" accent6="accent6" hlink="hlink" folHlink="folHlink"/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 sz="2000">
                <a:latin typeface="+mn-lt"/>
                <a:solidFill>
                  <a:schemeClr val="tx1"/>
                </a:solidFill>
              </a:defRPr>
            </a:pPr>
            <a:r>
              <a:t>Mapped</a:t>
            </a:r>
          </a:p>
        </p:txBody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tx1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