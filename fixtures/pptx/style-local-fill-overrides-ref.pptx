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dat" ContentType="application/octet-stream"/>
  <Default Extension="png" ContentType="image/png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Layouts/layout.xml" ContentType="application/vnd.openxmlformats-officedocument.presentationml.slideLayout+xml"/>
  <Override PartName="/ppt/slideMasters/master.xml" ContentType="application/vnd.openxmlformats-officedocument.presentationml.slideMaster+xml"/>
  <Override PartName="/ppt/theme/synthetic.xml" ContentType="application/vnd.openxmlformats-officedocument.theme+xml"/>
</Types>
</file>

<file path=_rels/.rels><?xml version='1.0' encoding='UTF-8'?><Relationships xmlns='http://schemas.openxmlformats.org/package/2006/relationships'><Relationship Id='rOffice' Type='http://schemas.openxmlformats.org/officeDocument/2006/relationships/officeDocument' Target='ppt/presentation.xml'/>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</p:sldIdLst>
  <p:sldSz cx="9144000" cy="6858000" type="screen4x3"/>
</p:presentation>
</file>

<file path=ppt/_rels/presentation.xml.rels><?xml version='1.0' encoding='UTF-8'?><Relationships xmlns='http://schemas.openxmlformats.org/package/2006/relationships'><Relationship Id='rId1' Type='http://schemas.openxmlformats.org/officeDocument/2006/relationships/slide' Target='slides/slide1.xml'/><Relationship Id='rTheme' Type='http://schemas.openxmlformats.org/officeDocument/2006/relationships/theme' Target='theme/synthetic.xml'/></Relationships>
</file>

<file path=ppt/slideLayouts/_rels/layout.xml.rels><?xml version='1.0' encoding='UTF-8'?><Relationships xmlns='http://schemas.openxmlformats.org/package/2006/relationships'><Relationship Id='rMaster' Type='http://schemas.openxmlformats.org/officeDocument/2006/relationships/slideMaster' Target='../slideMasters/master.xml'/></Relationships>
</file>

<file path=ppt/slideLayouts/layout.xml><?xml version="1.0" encoding="utf-8"?>
<p:sldLayout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</p:spTree>
  </p:cSld>
</p:sldLayout>
</file>

<file path=ppt/slideMasters/master.xml><?xml version="1.0" encoding="utf-8"?>
<p:sldMaster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</p:spTree>
  </p:cSld>
</p:sldMaster>
</file>

<file path=ppt/slides/_rels/slide1.xml.rels><?xml version='1.0' encoding='UTF-8'?><Relationships xmlns='http://schemas.openxmlformats.org/package/2006/relationships'><Relationship Id='rLayout' Type='http://schemas.openxmlformats.org/officeDocument/2006/relationships/slideLayout' Target='../slideLayouts/layout.xml'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Rectangle 2"/>
          <p:cNvSpPr/>
          <p:nvPr/>
        </p:nvSpPr>
        <p:spPr>
          <a:xfrm>
            <a:off x="1234567" y="765432"/>
            <a:ext cx="3456789" cy="2345678"/>
          </a:xfrm>
          <a:prstGeom prst="rect">
            <a:avLst/>
          </a:prstGeom>
          <a:solidFill>
            <a:srgbClr val="E88A20"/>
          </a:solidFill>
        </p:spPr>
        <p:style>
          <a:fillRef idx="1">
            <a:schemeClr val="accent1"/>
          </a:fillRef>
          <a:lnRef idx="1">
            <a:schemeClr val="accent4"/>
          </a:lnRef>
        </p:style>
      </p:sp>
    </p:spTree>
  </p:cSld>
</p:sld>
</file>

<file path=ppt/theme/synthetic.xml><?xml version="1.0" encoding="utf-8"?>
<a:theme xmlns:a="http://schemas.openxmlformats.org/drawingml/2006/main" name="Synthetic">
  <a:themeElements>
    <a:clrScheme name="Synthetic">
      <a:dk1>
        <a:sysClr val="windowText" lastClr="101820"/>
      </a:dk1>
      <a:lt1>
        <a:sysClr val="window" lastClr="F7F9FC"/>
      </a:lt1>
      <a:dk2>
        <a:srgbClr val="24334A"/>
      </a:dk2>
      <a:lt2>
        <a:srgbClr val="E8EDF3"/>
      </a:lt2>
      <a:accent1>
        <a:srgbClr val="2060D0"/>
      </a:accent1>
      <a:accent2>
        <a:srgbClr val="209060"/>
      </a:accent2>
      <a:accent3>
        <a:srgbClr val="E88A20"/>
      </a:accent3>
      <a:accent4>
        <a:srgbClr val="C43D56"/>
      </a:accent4>
      <a:accent5>
        <a:srgbClr val="8060B0"/>
      </a:accent5>
      <a:accent6>
        <a:srgbClr val="209EAE"/>
      </a:accent6>
      <a:hlink>
        <a:srgbClr val="0000FF"/>
      </a:hlink>
      <a:folHlink>
        <a:srgbClr val="800080"/>
      </a:folHlink>
    </a:clrScheme>
    <a:fontScheme name="Synthetic">
      <a:majorFont>
        <a:latin typeface="O2P Test Sans"/>
        <a:ea typeface=""/>
        <a:cs typeface=""/>
        <a:font script="Jpan" typeface="O2P Test Japanese"/>
      </a:majorFont>
      <a:minorFont>
        <a:latin typeface="O2P Test Sans"/>
        <a:ea typeface=""/>
        <a:cs typeface=""/>
        <a:font script="Jpan" typeface="O2P Test Japanese"/>
      </a:minorFont>
    </a:fontScheme>
    <a:fmtScheme name="Synthetic styles">
      <a:fillStyleLst>
        <a:solidFill>
          <a:schemeClr val="phClr"/>
        </a:solidFill>
        <a:solidFill>
          <a:schemeClr val="accent2">
            <a:shade val="50000"/>
          </a:schemeClr>
        </a:solidFill>
        <a:noFill/>
      </a:fillStyleLst>
      <a:lnStyleLst>
        <a:ln w="25400">
          <a:solidFill>
            <a:schemeClr val="phClr"/>
          </a:solidFill>
          <a:prstDash val="solid"/>
        </a:ln>
        <a:ln w="50800">
          <a:solidFill>
            <a:schemeClr val="accent5"/>
          </a:solidFill>
        </a:ln>
        <a:ln w="0">
          <a:noFill/>
        </a:ln>
      </a:lnStyleLst>
      <a:effectStyleLst/>
      <a:bgFillStyleLst>
        <a:solidFill>
          <a:schemeClr val="lt2">
            <a:tint val="50000"/>
          </a:schemeClr>
        </a:solidFill>
        <a:solidFill>
          <a:schemeClr val="phClr"/>
        </a:solidFill>
        <a:noFill/>
      </a:bgFillStyleLst>
    </a:fmtScheme>
  </a:themeElements>
</a:theme>
</file>