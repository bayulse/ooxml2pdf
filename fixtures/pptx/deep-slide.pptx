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dat" ContentType="application/octet-stream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'1.0' encoding='UTF-8'?><Relationships xmlns='http://schemas.openxmlformats.org/package/2006/relationships'><Relationship Id='rOffice' Type='http://schemas.openxmlformats.org/officeDocument/2006/relationships/officeDocument' Target='ppt/presentation.xml'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  <p:sldSz cx="9144000" cy="6858000" type="screen4x3"/>
</p:presentation>
</file>

<file path=ppt/_rels/presentation.xml.rels><?xml version='1.0' encoding='UTF-8'?><Relationships xmlns='http://schemas.openxmlformats.org/package/2006/relationships'><Relationship Id='rId1' Type='http://schemas.openxmlformats.org/officeDocument/2006/relationships/slide' Target='slides/slide1.xml'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ext>
        <p:ext>
          <p:ext>
            <p:ext>
              <p:ext>
                <p:ext>
                  <p:ext>
                    <p:ext>
                      <p:ext>
                        <p:ext>
                          <p:ext>
                            <p:ext>
                              <p:ext>
                                <p:ext>
                                  <p:ext>
                                    <p:ext>
                                      <p:ext>
                                        <p:ext>
                                          <p:ext>
                                            <p:ext>
                                              <p:ext>
                                                <p:ext>
                                                  <p:ext>
                                                    <p:ext>
                                                      <p:ext>
                                                        <p:ext>
                                                          <p:ext>
                                                            <p:ext>
                                                              <p:ext>
                                                                <p:ext>
                                                                  <p:ext>
                                                                    <p:ext>
                                                                      <p:ext>
                                                                        <p:ext>
                                                                          <p:ext>
                                                                            <p:ext>
                                                                              <p:ext>
                                                                                <p:ext>
                                                                                  <p:ext>
                                                                                    <p:ext>
                                                                                      <p:ext>
                                                                                        <p:ext>
                                                                                          <p:ext>
                                                                                            <p:ext>
                                                                                              <p:ext>
                                                                                                <p:ext>
                                                                                                  <p:ext>
                                                                                                    <p:ext>
                                                                                                      <p:ext>
                                                                                                        <p:ext>
                                                                                                          <p:ext>
                                                                                                            <p:ext>
                                                                                                              <p:ext>
                                                                                                                <p:ext>
                                                                                                                  <p:ext>
                                                                                                                    <p:ext>
                                                                                                                      <p:ext>
                                                                                                                        <p:ext>
                                                                                                                          <p:ext>
                                                                                                                            <p:ext>
                                                                                                                              <p:ext>
                                                                                                                                <p:ext>
                                                                                                                                  <p:ext>
                                                                                                                                    <p:ext>
                                                                                                                                      <p:ext/>
                                                                                                                                    </p:ext>
                                                                                                                                  </p:ext>
                                                                                                                                </p:ext>
                                                                                                                              </p:ext>
                                                                                                                            </p:ext>
                                                                                                                          </p:ext>
                                                                                                                        </p:ext>
                                                                                                                      </p:ext>
                                                                                                                    </p:ext>
                                                                                                                  </p:ext>
                                                                                                                </p:ext>
                                                                                                              </p:ext>
                                                                                                            </p:ext>
                                                                                                          </p:ext>
                                                                                                        </p:ext>
                                                                                                      </p:ext>
                                                                                                    </p:ext>
                                                                                                  </p:ext>
                                                                                                </p:ext>
                                                                                              </p:ext>
                                                                                            </p:ext>
                                                                                          </p:ext>
                                                                                        </p:ext>
                                                                                      </p:ext>
                                                                                    </p:ext>
                                                                                  </p:ext>
                                                                                </p:ext>
                                                                              </p:ext>
                                                                            </p:ext>
                                                                          </p:ext>
                                                                        </p:ext>
                                                                      </p:ext>
                                                                    </p:ext>
                                                                  </p:ext>
                                                                </p:ext>
                                                              </p:ext>
                                                            </p:ext>
                                                          </p:ext>
                                                        </p:ext>
                                                      </p:ext>
                                                    </p:ext>
                                                  </p:ext>
                                                </p:ext>
                                              </p:ext>
                                            </p:ext>
                                          </p:ext>
                                        </p:ext>
                                      </p:ext>
                                    </p:ext>
                                  </p:ext>
                                </p:ext>
                              </p:ext>
                            </p:ext>
                          </p:ext>
                        </p:ext>
                      </p:ext>
                    </p:ext>
                  </p:ext>
                </p:ext>
              </p:ext>
            </p:ext>
          </p:ext>
        </p:ext>
      </p:ext>
    </p:spTree>
  </p:cSld>
</p:sld>
</file>