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38100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pPr algn="ctr"/>
            <a:r>
              <a:rPr sz="2000">
                <a:latin typeface="O2P Test Sans"/>
              </a:rPr>
              <a:t>Measured words wrap into several lines inside this box. Every line uses actual shaped glyph advances and preserves readable text.</a:t>
            </a:r>
          </a:p>
        </p:txBody>
      </p:sp>
    </p:spTree>
  </p:cSld>
</p:sld>
</file>