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</p:spPr>
        <p:style>
          <a:fillRef idx="1">
            <a:schemeClr val="accent1"/>
          </a:fillRef>
          <a:lnRef idx="1">
            <a:schemeClr val="accent4"/>
          </a:lnRef>
        </p:style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Synthetic styles">
      <a:fillStyleLst>
        <a:solidFill>
          <a:schemeClr val="phClr"/>
        </a:solidFill>
        <a:solidFill>
          <a:schemeClr val="accent2">
            <a:shade val="50000"/>
          </a:schemeClr>
        </a:solidFill>
        <a:noFill/>
      </a:fillStyleLst>
      <a:lnStyleLst>
        <a:ln w="25400">
          <a:solidFill>
            <a:schemeClr val="phClr"/>
          </a:solidFill>
          <a:prstDash val="solid"/>
        </a:ln>
        <a:ln w="50800">
          <a:solidFill>
            <a:schemeClr val="accent5"/>
          </a:solidFill>
        </a:ln>
        <a:ln w="0">
          <a:noFill/>
        </a:ln>
      </a:lnStyleLst>
      <a:effectStyleLst/>
      <a:bgFillStyleLst>
        <a:solidFill>
          <a:schemeClr val="lt2">
            <a:tint val="50000"/>
          </a:schemeClr>
        </a:solidFill>
        <a:solidFill>
          <a:schemeClr val="phClr"/>
        </a:solidFill>
        <a:noFill/>
      </a:bgFillStyleLst>
    </a:fmtScheme>
  </a:themeElements>
</a:theme>
</file>