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layout.xml" ContentType="application/vnd.openxmlformats-officedocument.presentationml.slideLayout+xml"/>
  <Override PartName="/ppt/slideMasters/master.xml" ContentType="application/vnd.openxmlformats-officedocument.presentationml.slideMaster+xml"/>
  <Override PartName="/ppt/theme/synthetic.xml" ContentType="application/vnd.openxmlformats-officedocument.them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Relationship Id='rTheme' Type='http://schemas.openxmlformats.org/officeDocument/2006/relationships/theme' Target='theme/synthetic.xml'/></Relationships>
</file>

<file path=ppt/slideLayouts/_rels/layout.xml.rels><?xml version='1.0' encoding='UTF-8'?><Relationships xmlns='http://schemas.openxmlformats.org/package/2006/relationships'><Relationship Id='rMaster' Type='http://schemas.openxmlformats.org/officeDocument/2006/relationships/slideMaster' Target='../slideMasters/master.xml'/></Relationships>
</file>

<file path=ppt/slideLayouts/layout.xml><?xml version="1.0" encoding="utf-8"?>
<p:sldLayout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 idx="1"/>
          </p:nvPr>
        </p:nvSpPr>
        <p:spPr>
          <a:xfrm>
            <a:off x="914400" y="1270000"/>
            <a:ext cx="5080000" cy="1270000"/>
          </a:xfrm>
        </p:spPr>
        <p:txBody>
          <a:bodyPr/>
          <a:lstStyle/>
          <a:p>
            <a:r>
              <a:t>Layout prompt</a:t>
            </a:r>
          </a:p>
        </p:txBody>
      </p:sp>
    </p:spTree>
  </p:cSld>
</p:sldLayout>
</file>

<file path=ppt/slideMasters/master.xml><?xml version="1.0" encoding="utf-8"?>
<p:sldMaster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/>
          </p:nvPr>
        </p:nvSpPr>
        <p:spPr>
          <a:xfrm>
            <a:off x="914400" y="1270000"/>
            <a:ext cx="5080000" cy="1270000"/>
          </a:xfrm>
        </p:spPr>
        <p:txBody>
          <a:bodyPr/>
          <a:lstStyle/>
          <a:p>
            <a:r>
              <a:t>Master prompt</a:t>
            </a:r>
          </a:p>
        </p:txBody>
      </p:sp>
    </p:spTree>
  </p:cSld>
  <p:clrMap bg1="lt1" tx1="accent2" bg2="lt2" tx2="dk2" accent1="accent1" accent2="accent2" accent3="accent3" accent4="accent4" accent5="accent5" accent6="accent6" hlink="hlink" folHlink="folHlink"/>
  <p:txStyles>
    <p:bodyStyle>
      <a:lvl1pPr>
        <a:defRPr sz="3200" b="1" i="1">
          <a:latin typeface="+mj-lt"/>
          <a:solidFill>
            <a:schemeClr val="tx1"/>
          </a:solidFill>
        </a:defRPr>
      </a:lvl1pPr>
      <a:lvl3pPr algn="r">
        <a:defRPr sz="2100">
          <a:latin typeface="+mn-lt"/>
          <a:solidFill>
            <a:schemeClr val="accent3"/>
          </a:solidFill>
        </a:defRPr>
      </a:lvl3pPr>
    </p:bodyStyle>
  </p:txStyles>
</p:sldMaster>
</file>

<file path=ppt/slides/_rels/slide1.xml.rels><?xml version='1.0' encoding='UTF-8'?><Relationships xmlns='http://schemas.openxmlformats.org/package/2006/relationships'><Relationship Id='rLayout' Type='http://schemas.openxmlformats.org/officeDocument/2006/relationships/slideLayout' Target='../slideLayouts/layout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 idx="1"/>
          </p:nvPr>
        </p:nvSpPr>
        <p:spPr/>
        <p:txBody>
          <a:bodyPr/>
          <a:lstStyle/>
          <a:p>
            <a:pPr lvl="2"/>
            <a:r>
              <a:t>Inherited 日本語</a:t>
            </a:r>
          </a:p>
        </p:txBody>
      </p:sp>
    </p:spTree>
  </p:cSld>
</p:sld>
</file>

<file path=ppt/theme/synthetic.xml><?xml version="1.0" encoding="utf-8"?>
<a:theme xmlns:a="http://schemas.openxmlformats.org/drawingml/2006/main" name="Synthetic">
  <a:themeElements>
    <a:clrScheme name="Synthetic">
      <a:dk1>
        <a:sysClr val="windowText" lastClr="101820"/>
      </a:dk1>
      <a:lt1>
        <a:sysClr val="window" lastClr="F7F9FC"/>
      </a:lt1>
      <a:dk2>
        <a:srgbClr val="24334A"/>
      </a:dk2>
      <a:lt2>
        <a:srgbClr val="E8EDF3"/>
      </a:lt2>
      <a:accent1>
        <a:srgbClr val="2060D0"/>
      </a:accent1>
      <a:accent2>
        <a:srgbClr val="209060"/>
      </a:accent2>
      <a:accent3>
        <a:srgbClr val="E88A20"/>
      </a:accent3>
      <a:accent4>
        <a:srgbClr val="C43D56"/>
      </a:accent4>
      <a:accent5>
        <a:srgbClr val="8060B0"/>
      </a:accent5>
      <a:accent6>
        <a:srgbClr val="209EAE"/>
      </a:accent6>
      <a:hlink>
        <a:srgbClr val="0000FF"/>
      </a:hlink>
      <a:folHlink>
        <a:srgbClr val="800080"/>
      </a:folHlink>
    </a:clrScheme>
    <a:fontScheme name="Synthetic">
      <a:majorFont>
        <a:latin typeface="O2P Test Sans"/>
        <a:ea typeface=""/>
        <a:cs typeface=""/>
        <a:font script="Jpan" typeface="O2P Test Japanese"/>
      </a:majorFont>
      <a:minorFont>
        <a:latin typeface="O2P Test Sans"/>
        <a:ea typeface=""/>
        <a:cs typeface=""/>
        <a:font script="Jpan" typeface="O2P Test Japanese"/>
      </a:minorFont>
    </a:fontScheme>
    <a:fmtScheme name="Unsupported">
      <a:fillStyleLst/>
      <a:lnStyleLst/>
      <a:effectStyleLst/>
      <a:bgFillStyleLst/>
    </a:fmtScheme>
  </a:themeElements>
</a:theme>
</file>