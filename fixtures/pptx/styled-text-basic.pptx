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  <a:noFill/>
          <a:ln>
            <a:noFill/>
          </a:ln>
        </p:spPr>
        <p:txBody>
          <a:bodyPr wrap="none">
            <a:noAutofit/>
          </a:bodyPr>
          <a:lstStyle/>
          <a:p>
            <a:r>
              <a:rPr sz="2800" b="1" i="1">
                <a:solidFill>
                  <a:srgbClr val="D02030"/>
                </a:solidFill>
              </a:rPr>
              <a:t>Bold italic red</a:t>
            </a:r>
            <a:br/>
            <a:r>
              <a:rPr sz="1800" b="0" i="0"/>
              <a:t>Regular text</a:t>
            </a:r>
          </a:p>
        </p:txBody>
      </p:sp>
    </p:spTree>
  </p:cSld>
</p:sld>
</file>