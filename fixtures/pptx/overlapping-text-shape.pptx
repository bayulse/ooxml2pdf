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/>
          <a:p>
            <a:r>
              <a:rPr sz="2400"/>
              <a:t>Below rectangle</a:t>
            </a:r>
          </a:p>
        </p:txBody>
      </p:sp>
      <p:sp>
        <p:nvSpPr>
          <p:cNvPr id="3" name="Rectangle 3"/>
          <p:cNvSpPr/>
          <p:nvPr/>
        </p:nvSpPr>
        <p:spPr>
          <a:xfrm>
            <a:off x="914400" y="914400"/>
            <a:ext cx="3048000" cy="914400"/>
          </a:xfrm>
          <a:prstGeom prst="rect">
            <a:avLst/>
          </a:prstGeom>
          <a:solidFill>
            <a:srgbClr val="F0B02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/>
          <a:p>
            <a:r>
              <a:rPr sz="2400"/>
              <a:t>Above rectangle</a:t>
            </a:r>
          </a:p>
        </p:txBody>
      </p:sp>
    </p:spTree>
  </p:cSld>
</p:sld>
</file>