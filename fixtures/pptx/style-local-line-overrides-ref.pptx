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ln w="63500">
            <a:solidFill>
              <a:srgbClr val="24334A"/>
            </a:solidFill>
          </a:ln>
        </p:spPr>
        <p:style>
          <a:fillRef idx="1">
            <a:schemeClr val="accent1"/>
          </a:fillRef>
          <a:lnRef idx="1">
            <a:schemeClr val="accent4"/>
          </a:ln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