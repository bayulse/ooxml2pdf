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pPr algn="ctr">
              <a:defRPr sz="2800" b="1" i="1">
                <a:latin typeface="O2P Test Sans"/>
                <a:solidFill>
                  <a:srgbClr val="2060D0"/>
                </a:solidFill>
              </a:defRPr>
            </a:pPr>
            <a:r>
              <a:t>Layout sample never rendered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2540000"/>
          </a:xfrm>
        </p:spPr>
        <p:txBody>
          <a:bodyPr/>
          <a:lstStyle/>
          <a:p>
            <a:r>
              <a:t>Slide content</a:t>
            </a:r>
          </a:p>
        </p:txBody>
      </p:sp>
    </p:spTree>
  </p:cSld>
</p:sld>
</file>