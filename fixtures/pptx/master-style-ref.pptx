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  <p:style>
          <a:fillRef idx="1">
            <a:schemeClr val="accent1"/>
          </a:fillRef>
          <a:lnRef idx="1">
            <a:schemeClr val="accent4"/>
          </a:lnRef>
          <a:fontRef idx="minor">
            <a:schemeClr val="dk2"/>
          </a:fontRef>
        </p:style>
      </p:sp>
      <p:sp>
        <p:nvSpPr>
          <p:cNvPr id="3" name="Ellipse 3"/>
          <p:cNvSpPr/>
          <p:nvPr/>
        </p:nvSpPr>
        <p:spPr>
          <a:xfrm>
            <a:off x="7620000" y="508000"/>
            <a:ext cx="762000" cy="762000"/>
          </a:xfrm>
          <a:prstGeom prst="ellipse">
            <a:avLst/>
          </a:prstGeom>
        </p:spPr>
        <p:style>
          <a:fillRef idx="1">
            <a:schemeClr val="accent1"/>
          </a:fillRef>
          <a:lnRef idx="1">
            <a:schemeClr val="accent4"/>
          </a:lnRef>
        </p:style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Inherited style — Résumé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