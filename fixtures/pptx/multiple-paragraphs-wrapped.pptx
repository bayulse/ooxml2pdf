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4572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>
                <a:latin typeface="O2P Test Sans"/>
              </a:rPr>
              <a:t>First paragraph wraps with several measured words on each line.</a:t>
            </a:r>
          </a:p>
          <a:p>
            <a:endParaRPr sz="1200"/>
          </a:p>
          <a:p>
            <a:pPr algn="l"/>
            <a:r>
              <a:rPr sz="2000">
                <a:latin typeface="O2P Test Sans"/>
              </a:rPr>
              <a:t>Another paragraph starts below the empty paragraph and also wraps.</a:t>
            </a:r>
          </a:p>
        </p:txBody>
      </p:sp>
    </p:spTree>
  </p:cSld>
</p:sld>
</file>