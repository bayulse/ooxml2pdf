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 type="screen16x9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Id2' Type='http://schemas.openxmlformats.org/officeDocument/2006/relationships/slide' Target='slides/slide2.xml'/><Relationship Id='rId3' Type='http://schemas.openxmlformats.org/officeDocument/2006/relationships/slide' Target='slides/slide3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