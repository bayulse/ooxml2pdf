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t>Theme font reference — Résumé</a:t>
            </a:r>
          </a:p>
        </p:txBody>
        <p:style>
          <a:fontRef idx="major">
            <a:schemeClr val="dk2"/>
          </a:font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