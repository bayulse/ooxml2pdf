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 idx="0"/>
          </p:nvPr>
        </p:nvSpPr>
        <p:spPr>
          <a:xfrm>
            <a:off x="635000" y="1270000"/>
            <a:ext cx="7874000" cy="1016000"/>
          </a:xfrm>
        </p:spPr>
        <p:txBody>
          <a:bodyPr/>
          <a:lstStyle/>
          <a:p>
            <a:pPr>
              <a:defRPr sz="3200">
                <a:latin typeface="+mj-lt"/>
              </a:defRPr>
            </a:pPr>
            <a:r>
              <a:t>Layout title sample</a:t>
            </a:r>
          </a:p>
        </p:txBody>
      </p:sp>
      <p:sp>
        <p:nvSpPr>
          <p:cNvPr id="3" name="Placeholder"/>
          <p:cNvSpPr/>
          <p:nvPr>
            <p:ph type="body" idx="1"/>
          </p:nvPr>
        </p:nvSpPr>
        <p:spPr>
          <a:xfrm>
            <a:off x="635000" y="2540000"/>
            <a:ext cx="7874000" cy="2032000"/>
          </a:xfrm>
        </p:spPr>
      </p:sp>
      <p:sp>
        <p:nvSpPr>
          <p:cNvPr id="5" name="Ellipse 5"/>
          <p:cNvSpPr/>
          <p:nvPr/>
        </p:nvSpPr>
        <p:spPr>
          <a:xfrm>
            <a:off x="7620000" y="508000"/>
            <a:ext cx="762000" cy="762000"/>
          </a:xfrm>
          <a:prstGeom prst="ellipse">
            <a:avLst/>
          </a:prstGeom>
          <a:solidFill>
            <a:srgbClr val="F0B020"/>
          </a:solidFill>
          <a:ln>
            <a:noFill/>
          </a:ln>
        </p:spPr>
      </p:sp>
    </p:spTree>
  </p:cSld>
</p:sldLayout>
</file>

<file path=ppt/slideMasters/_rels/master.xml.rels><?xml version='1.0' encoding='UTF-8'?><Relationships xmlns='http://schemas.openxmlformats.org/package/2006/relationships'><Relationship Id='rTheme' Type='http://schemas.openxmlformats.org/officeDocument/2006/relationships/theme' Target='../theme/synthetic.xml'/></Relationships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chemeClr val="accent1"/>
                </a:solidFill>
              </a:defRPr>
            </a:pPr>
            <a:r>
              <a:t>Master title sample</a:t>
            </a:r>
          </a:p>
        </p:txBody>
      </p:sp>
      <p:sp>
        <p:nvSpPr>
          <p:cNvPr id="3" name="Placeholder"/>
          <p:cNvSpPr/>
          <p:nvPr>
            <p:ph type="body"/>
          </p:nvPr>
        </p:nvSpPr>
        <p:spPr/>
        <p:txBody>
          <a:bodyPr/>
          <a:lstStyle/>
          <a:p>
            <a:pPr>
              <a:defRPr sz="2400">
                <a:latin typeface="+mn-lt"/>
              </a:defRPr>
            </a:pPr>
            <a:r>
              <a:t>Master body sample</a:t>
            </a:r>
          </a:p>
        </p:txBody>
      </p:sp>
      <p:sp>
        <p:nvSpPr>
          <p:cNvPr id="5" name="Rectangle 5"/>
          <p:cNvSpPr/>
          <p:nvPr/>
        </p:nvSpPr>
        <p:spPr>
          <a:xfrm>
            <a:off x="0" y="0"/>
            <a:ext cx="9144000" cy="254000"/>
          </a:xfrm>
          <a:prstGeom prst="rect">
            <a:avLst/>
          </a:prstGeom>
          <a:solidFill>
            <a:srgbClr val="2060D0"/>
          </a:solidFill>
          <a:ln>
            <a:noFill/>
          </a:ln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 idx="0"/>
          </p:nvPr>
        </p:nvSpPr>
        <p:spPr/>
        <p:txBody>
          <a:bodyPr/>
          <a:lstStyle/>
          <a:p>
            <a:r>
              <a:t>Layout and master inheritance</a:t>
            </a:r>
          </a:p>
        </p:txBody>
      </p:sp>
      <p:sp>
        <p:nvSpPr>
          <p:cNvPr id="3" name="Placeholder"/>
          <p:cNvSpPr/>
          <p:nvPr>
            <p:ph type="body" idx="1"/>
          </p:nvPr>
        </p:nvSpPr>
        <p:spPr>
          <a:xfrm>
            <a:off y="3810000"/>
          </a:xfrm>
          <a:solidFill>
            <a:srgbClr val="FFF0DC"/>
          </a:solidFill>
        </p:spPr>
        <p:txBody>
          <a:bodyPr/>
          <a:lstStyle/>
          <a:p>
            <a:pPr>
              <a:defRPr sz="2200" b="0" i="0">
                <a:solidFill>
                  <a:srgbClr val="B04C00"/>
                </a:solidFill>
              </a:defRPr>
            </a:pPr>
            <a:r>
              <a:t>Local override: orange text on a pale box. Geometry and font family come from the layout.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