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solidFill>
            <a:srgbClr val="CCDDEE"/>
          </a:solidFill>
          <a:ln w="25400">
            <a:solidFill>
              <a:srgbClr val="2060D0"/>
            </a:solidFill>
          </a:ln>
        </p:spPr>
        <p:txBody>
          <a:bodyPr wrap="none">
            <a:noAutofit/>
          </a:bodyPr>
          <a:lstStyle/>
          <a:p>
            <a:r>
              <a:rPr sz="2400"/>
              <a:t>Text in rectangle</a:t>
            </a:r>
          </a:p>
        </p:txBody>
      </p:sp>
    </p:spTree>
  </p:cSld>
</p:sld>
</file>