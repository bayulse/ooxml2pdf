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noFill/>
        </p:spPr>
        <p:style>
          <a:lnRef idx="1">
            <a:schemeClr val="accent4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