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3060D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371600" y="1371600"/>
            <a:ext cx="2743200" cy="1828800"/>
          </a:xfrm>
          <a:prstGeom prst="ellipse">
            <a:avLst/>
          </a:prstGeom>
          <a:solidFill>
            <a:srgbClr val="209060"/>
          </a:solidFill>
          <a:ln>
            <a:noFill/>
          </a:ln>
        </p:spPr>
      </p:sp>
      <p:cxnSp>
        <p:nvCxnSpPr>
          <p:cNvPr id="4" name="Line 4"/>
          <p:cNvCxnSpPr/>
          <p:nvPr/>
        </p:nvCxnSpPr>
        <p:spPr>
          <a:xfrm>
            <a:off x="914400" y="1828800"/>
            <a:ext cx="3657600" cy="0"/>
          </a:xfrm>
          <a:prstGeom prst="line">
            <a:avLst/>
          </a:prstGeom>
          <a:ln w="101600">
            <a:solidFill>
              <a:srgbClr val="D02030"/>
            </a:solidFill>
          </a:ln>
        </p:spPr>
      </p:cxnSp>
    </p:spTree>
  </p:cSld>
</p:sld>
</file>